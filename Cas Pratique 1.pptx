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10/28/2025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Cas Pratique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98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Travail N°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Choisir le socle technique en terme des versions et des outils pour les prochains projets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6453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Travail N°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Développer Module “Gestion des Prestations CNSS”</a:t>
            </a:r>
          </a:p>
        </p:txBody>
      </p:sp>
    </p:spTree>
    <p:extLst>
      <p:ext uri="{BB962C8B-B14F-4D97-AF65-F5344CB8AC3E}">
        <p14:creationId xmlns:p14="http://schemas.microsoft.com/office/powerpoint/2010/main" val="5195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92105"/>
          </a:xfrm>
        </p:spPr>
        <p:txBody>
          <a:bodyPr/>
          <a:lstStyle/>
          <a:p>
            <a:pPr algn="ctr"/>
            <a:r>
              <a:rPr lang="fr-FR" dirty="0"/>
              <a:t>Entité principale : Prestation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1561672"/>
            <a:ext cx="10058400" cy="47055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09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Tâches à réaliser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44" y="2013734"/>
            <a:ext cx="9431676" cy="41199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75358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7</TotalTime>
  <Words>40</Words>
  <Application>Microsoft Office PowerPoint</Application>
  <PresentationFormat>Grand écran</PresentationFormat>
  <Paragraphs>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Georgia</vt:lpstr>
      <vt:lpstr>Trebuchet MS</vt:lpstr>
      <vt:lpstr>Wingdings</vt:lpstr>
      <vt:lpstr>Type de bois</vt:lpstr>
      <vt:lpstr>Cas Pratique</vt:lpstr>
      <vt:lpstr>Travail N° 1</vt:lpstr>
      <vt:lpstr>Travail N° 2</vt:lpstr>
      <vt:lpstr>Entité principale : Prestation</vt:lpstr>
      <vt:lpstr>Tâches à réaliser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Pratique</dc:title>
  <dc:creator>admin</dc:creator>
  <cp:lastModifiedBy>admin</cp:lastModifiedBy>
  <cp:revision>3</cp:revision>
  <dcterms:created xsi:type="dcterms:W3CDTF">2025-10-28T03:50:55Z</dcterms:created>
  <dcterms:modified xsi:type="dcterms:W3CDTF">2025-10-28T03:58:05Z</dcterms:modified>
</cp:coreProperties>
</file>