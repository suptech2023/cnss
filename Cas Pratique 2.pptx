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40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2" d="100"/>
          <a:sy n="62" d="100"/>
        </p:scale>
        <p:origin x="828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3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3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3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5000"/>
              </a:lnSpc>
              <a:defRPr sz="7200" b="1" cap="none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fr-FR" smtClean="0"/>
              <a:t>Modifier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4AF60A-713C-41BA-9788-4C493DDC0A9C}" type="datetimeFigureOut">
              <a:rPr lang="en-US" dirty="0"/>
              <a:t>10/30/2025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 b="1"/>
            </a:lvl1pPr>
          </a:lstStyle>
          <a:p>
            <a:fld id="{4FAB73BC-B049-4115-A692-8D63A059BFB8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C08AF-84E6-4329-8E67-FEA434B47075}" type="datetimeFigureOut">
              <a:rPr lang="en-US" dirty="0"/>
              <a:t>10/30/2025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3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5000"/>
              </a:lnSpc>
              <a:defRPr sz="7200" b="1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4F6EE328-6AFF-436B-881F-213D56084544}" type="datetimeFigureOut">
              <a:rPr lang="en-US" dirty="0"/>
              <a:t>10/30/2025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US" dirty="0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4FAB73BC-B049-4115-A692-8D63A059BFB8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02069A-09EE-4C7C-86A4-2314A404921D}" type="datetimeFigureOut">
              <a:rPr lang="en-US" dirty="0"/>
              <a:t>10/30/2025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6EE7F1-171E-411F-96CA-A251A21496E7}" type="datetimeFigureOut">
              <a:rPr lang="en-US" dirty="0"/>
              <a:t>10/30/2025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2C98D-A273-4547-9B92-97D7769F71A6}" type="datetimeFigureOut">
              <a:rPr lang="en-US" dirty="0"/>
              <a:t>10/30/2025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B7CD67-0644-446C-B2AD-1C09BF34F286}" type="datetimeFigureOut">
              <a:rPr lang="en-US" dirty="0"/>
              <a:t>10/30/2025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80828-6983-48AD-9E27-CBD3696F837E}" type="datetimeFigureOut">
              <a:rPr lang="en-US" dirty="0"/>
              <a:t>10/30/2025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 smtClean="0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EFB91-0324-450E-B17F-36DC0ECCE413}" type="datetimeFigureOut">
              <a:rPr lang="en-US" dirty="0"/>
              <a:t>10/30/2025</a:t>
            </a:fld>
            <a:endParaRPr lang="en-US" dirty="0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5E0FA7-C445-42F7-AF66-A4F5A6FC8A9C}" type="datetimeFigureOut">
              <a:rPr lang="en-US" dirty="0"/>
              <a:t>10/30/2025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AC5C5-1A57-4420-8AFB-CE41693A794B}" type="datetimeFigureOut">
              <a:rPr lang="en-US" dirty="0"/>
              <a:t>10/30/2025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52E37674-C1BA-4107-9B06-6D4CAC3A3DF5}" type="datetimeFigureOut">
              <a:rPr lang="en-US" dirty="0"/>
              <a:t>10/30/2025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n-lt"/>
              </a:defRPr>
            </a:lvl1pPr>
          </a:lstStyle>
          <a:p>
            <a:fld id="{4FAB73BC-B049-4115-A692-8D63A059BFB8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b="1" kern="1200" cap="none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 smtClean="0"/>
              <a:t>Cas </a:t>
            </a:r>
            <a:r>
              <a:rPr lang="fr-FR" dirty="0" smtClean="0"/>
              <a:t>Pratique 2</a:t>
            </a:r>
            <a:endParaRPr lang="fr-FR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339851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 smtClean="0"/>
              <a:t>Travail N° 1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200000"/>
              </a:lnSpc>
            </a:pPr>
            <a:r>
              <a:rPr lang="fr-FR" sz="3200" dirty="0" smtClean="0"/>
              <a:t>Choisir le socle technique en terme des versions et des outils pour les prochains </a:t>
            </a:r>
            <a:r>
              <a:rPr lang="fr-FR" sz="3200" dirty="0" smtClean="0"/>
              <a:t>projets coté </a:t>
            </a:r>
            <a:r>
              <a:rPr lang="fr-FR" sz="3200" dirty="0" err="1" smtClean="0"/>
              <a:t>frontend</a:t>
            </a:r>
            <a:endParaRPr lang="fr-FR" sz="3200" dirty="0"/>
          </a:p>
        </p:txBody>
      </p:sp>
    </p:spTree>
    <p:extLst>
      <p:ext uri="{BB962C8B-B14F-4D97-AF65-F5344CB8AC3E}">
        <p14:creationId xmlns:p14="http://schemas.microsoft.com/office/powerpoint/2010/main" val="2645348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 smtClean="0"/>
              <a:t>Travail N° 2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200000"/>
              </a:lnSpc>
            </a:pPr>
            <a:r>
              <a:rPr lang="fr-FR" sz="3200" dirty="0" smtClean="0"/>
              <a:t>Consommer les services:</a:t>
            </a:r>
          </a:p>
          <a:p>
            <a:pPr lvl="1" algn="just">
              <a:lnSpc>
                <a:spcPct val="200000"/>
              </a:lnSpc>
            </a:pPr>
            <a:r>
              <a:rPr lang="fr-FR" sz="2800" b="1" dirty="0" err="1" smtClean="0"/>
              <a:t>addEmploye</a:t>
            </a:r>
            <a:endParaRPr lang="fr-FR" sz="2800" b="1" dirty="0" smtClean="0"/>
          </a:p>
          <a:p>
            <a:pPr lvl="1" algn="just">
              <a:lnSpc>
                <a:spcPct val="200000"/>
              </a:lnSpc>
            </a:pPr>
            <a:r>
              <a:rPr lang="fr-FR" sz="2800" b="1" dirty="0" err="1" smtClean="0"/>
              <a:t>reportEmploye</a:t>
            </a:r>
            <a:endParaRPr lang="fr-FR" sz="2800" b="1" dirty="0"/>
          </a:p>
        </p:txBody>
      </p:sp>
    </p:spTree>
    <p:extLst>
      <p:ext uri="{BB962C8B-B14F-4D97-AF65-F5344CB8AC3E}">
        <p14:creationId xmlns:p14="http://schemas.microsoft.com/office/powerpoint/2010/main" val="5195767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892105"/>
          </a:xfrm>
        </p:spPr>
        <p:txBody>
          <a:bodyPr/>
          <a:lstStyle/>
          <a:p>
            <a:pPr algn="ctr"/>
            <a:r>
              <a:rPr lang="fr-FR" dirty="0" smtClean="0"/>
              <a:t>Ajouter un nouveau </a:t>
            </a:r>
            <a:r>
              <a:rPr lang="fr-FR" dirty="0" err="1" smtClean="0"/>
              <a:t>Employe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200000"/>
              </a:lnSpc>
            </a:pPr>
            <a:r>
              <a:rPr lang="fr-FR" sz="3200" dirty="0" smtClean="0"/>
              <a:t>Créer le formulaire avec </a:t>
            </a:r>
          </a:p>
          <a:p>
            <a:pPr lvl="1" algn="just">
              <a:lnSpc>
                <a:spcPct val="200000"/>
              </a:lnSpc>
            </a:pPr>
            <a:r>
              <a:rPr lang="fr-FR" sz="2800" dirty="0" smtClean="0"/>
              <a:t>l’événement Ajouter Employé</a:t>
            </a:r>
          </a:p>
          <a:p>
            <a:pPr lvl="1" algn="just">
              <a:lnSpc>
                <a:spcPct val="200000"/>
              </a:lnSpc>
            </a:pPr>
            <a:r>
              <a:rPr lang="fr-FR" sz="2800" dirty="0" smtClean="0"/>
              <a:t>Générer rapport Employé</a:t>
            </a:r>
            <a:endParaRPr lang="fr-FR" sz="2800" dirty="0"/>
          </a:p>
        </p:txBody>
      </p:sp>
    </p:spTree>
    <p:extLst>
      <p:ext uri="{BB962C8B-B14F-4D97-AF65-F5344CB8AC3E}">
        <p14:creationId xmlns:p14="http://schemas.microsoft.com/office/powerpoint/2010/main" val="295098892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Type de bois">
  <a:themeElements>
    <a:clrScheme name="Wood Type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Wood Type">
      <a:majorFont>
        <a:latin typeface="Georgia" panose="020405020504050203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Trebuchet MS" panose="020B0603020202020204"/>
        <a:ea typeface=""/>
        <a:cs typeface=""/>
        <a:font script="Jpan" typeface="HG丸ｺﾞｼｯｸM-PRO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C6AE0645-98FF-411B-B0E9-59ABD78A0CC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Type de bois</Template>
  <TotalTime>9</TotalTime>
  <Words>48</Words>
  <Application>Microsoft Office PowerPoint</Application>
  <PresentationFormat>Grand écran</PresentationFormat>
  <Paragraphs>11</Paragraphs>
  <Slides>4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4</vt:i4>
      </vt:variant>
    </vt:vector>
  </HeadingPairs>
  <TitlesOfParts>
    <vt:vector size="8" baseType="lpstr">
      <vt:lpstr>Georgia</vt:lpstr>
      <vt:lpstr>Trebuchet MS</vt:lpstr>
      <vt:lpstr>Wingdings</vt:lpstr>
      <vt:lpstr>Type de bois</vt:lpstr>
      <vt:lpstr>Cas Pratique 2</vt:lpstr>
      <vt:lpstr>Travail N° 1</vt:lpstr>
      <vt:lpstr>Travail N° 2</vt:lpstr>
      <vt:lpstr>Ajouter un nouveau Employe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Cas Pratique</dc:title>
  <dc:creator>admin</dc:creator>
  <cp:lastModifiedBy>admin</cp:lastModifiedBy>
  <cp:revision>4</cp:revision>
  <dcterms:created xsi:type="dcterms:W3CDTF">2025-10-28T03:50:55Z</dcterms:created>
  <dcterms:modified xsi:type="dcterms:W3CDTF">2025-10-30T09:01:16Z</dcterms:modified>
</cp:coreProperties>
</file>