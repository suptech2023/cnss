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66" r:id="rId5"/>
    <p:sldId id="259" r:id="rId6"/>
    <p:sldId id="267" r:id="rId7"/>
    <p:sldId id="260" r:id="rId8"/>
    <p:sldId id="268" r:id="rId9"/>
    <p:sldId id="261" r:id="rId10"/>
    <p:sldId id="269" r:id="rId11"/>
    <p:sldId id="26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AF60A-713C-41BA-9788-4C493DDC0A9C}" type="datetimeFigureOut">
              <a:rPr lang="en-US" dirty="0"/>
              <a:t>5/4/2025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C08AF-84E6-4329-8E67-FEA434B47075}" type="datetimeFigureOut">
              <a:rPr lang="en-US" dirty="0"/>
              <a:t>5/4/2025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4F6EE328-6AFF-436B-881F-213D56084544}" type="datetimeFigureOut">
              <a:rPr lang="en-US" dirty="0"/>
              <a:t>5/4/2025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2069A-09EE-4C7C-86A4-2314A404921D}" type="datetimeFigureOut">
              <a:rPr lang="en-US" dirty="0"/>
              <a:t>5/4/2025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EE7F1-171E-411F-96CA-A251A21496E7}" type="datetimeFigureOut">
              <a:rPr lang="en-US" dirty="0"/>
              <a:t>5/4/2025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C98D-A273-4547-9B92-97D7769F71A6}" type="datetimeFigureOut">
              <a:rPr lang="en-US" dirty="0"/>
              <a:t>5/4/2025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7CD67-0644-446C-B2AD-1C09BF34F286}" type="datetimeFigureOut">
              <a:rPr lang="en-US" dirty="0"/>
              <a:t>5/4/2025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80828-6983-48AD-9E27-CBD3696F837E}" type="datetimeFigureOut">
              <a:rPr lang="en-US" dirty="0"/>
              <a:t>5/4/2025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FB91-0324-450E-B17F-36DC0ECCE413}" type="datetimeFigureOut">
              <a:rPr lang="en-US" dirty="0"/>
              <a:t>5/4/2025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0FA7-C445-42F7-AF66-A4F5A6FC8A9C}" type="datetimeFigureOut">
              <a:rPr lang="en-US" dirty="0"/>
              <a:t>5/4/2025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AC5C5-1A57-4420-8AFB-CE41693A794B}" type="datetimeFigureOut">
              <a:rPr lang="en-US" dirty="0"/>
              <a:t>5/4/2025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52E37674-C1BA-4107-9B06-6D4CAC3A3DF5}" type="datetimeFigureOut">
              <a:rPr lang="en-US" dirty="0"/>
              <a:t>5/4/2025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n-lt"/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sz="4800" dirty="0"/>
              <a:t>TP : Comprendre le Fork/</a:t>
            </a:r>
            <a:r>
              <a:rPr lang="fr-FR" sz="4800" dirty="0" err="1"/>
              <a:t>Join</a:t>
            </a:r>
            <a:r>
              <a:rPr lang="fr-FR" sz="4800" dirty="0"/>
              <a:t> avec un calcul récursif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5748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Objectif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3200" dirty="0"/>
              <a:t>Appliquer le modèle Fork/</a:t>
            </a:r>
            <a:r>
              <a:rPr lang="fr-FR" sz="3200" dirty="0" err="1"/>
              <a:t>Join</a:t>
            </a:r>
            <a:r>
              <a:rPr lang="fr-FR" sz="3200" dirty="0"/>
              <a:t> pour paralléliser la somme des éléments d’un tableau, et </a:t>
            </a:r>
            <a:r>
              <a:rPr lang="fr-FR" sz="3200" b="1" dirty="0"/>
              <a:t>comparer les performances</a:t>
            </a:r>
            <a:r>
              <a:rPr lang="fr-FR" sz="3200" dirty="0"/>
              <a:t> avec une version séquentielle.</a:t>
            </a:r>
          </a:p>
        </p:txBody>
      </p:sp>
    </p:spTree>
    <p:extLst>
      <p:ext uri="{BB962C8B-B14F-4D97-AF65-F5344CB8AC3E}">
        <p14:creationId xmlns:p14="http://schemas.microsoft.com/office/powerpoint/2010/main" val="743508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400" dirty="0"/>
              <a:t>Étape 1 – Génération du tableau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3200" dirty="0"/>
              <a:t>Créer un tableau de 10 millions d'entiers aléatoires</a:t>
            </a:r>
            <a:r>
              <a:rPr lang="fr-FR" sz="3200" dirty="0" smtClean="0"/>
              <a:t>.</a:t>
            </a:r>
          </a:p>
          <a:p>
            <a:pPr algn="just">
              <a:lnSpc>
                <a:spcPct val="200000"/>
              </a:lnSpc>
            </a:pPr>
            <a:r>
              <a:rPr lang="fr-FR" sz="3200" dirty="0"/>
              <a:t>Vérifier qu’il contient bien des valeurs à additionner.</a:t>
            </a:r>
          </a:p>
        </p:txBody>
      </p:sp>
    </p:spTree>
    <p:extLst>
      <p:ext uri="{BB962C8B-B14F-4D97-AF65-F5344CB8AC3E}">
        <p14:creationId xmlns:p14="http://schemas.microsoft.com/office/powerpoint/2010/main" val="1847972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00671" y="166133"/>
            <a:ext cx="10058400" cy="922928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/>
              <a:t>Etape 1 : </a:t>
            </a:r>
            <a:r>
              <a:rPr lang="fr-FR" dirty="0"/>
              <a:t>– Génération du tableau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573" y="1756881"/>
            <a:ext cx="8393987" cy="35445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40021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Étape 2 – Somme séquentielle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3200" dirty="0"/>
              <a:t>Parcourir le tableau avec une simple boucle for</a:t>
            </a:r>
            <a:r>
              <a:rPr lang="fr-FR" sz="3200" dirty="0" smtClean="0"/>
              <a:t>.</a:t>
            </a:r>
          </a:p>
          <a:p>
            <a:pPr algn="just">
              <a:lnSpc>
                <a:spcPct val="200000"/>
              </a:lnSpc>
            </a:pPr>
            <a:r>
              <a:rPr lang="fr-FR" sz="3200" dirty="0"/>
              <a:t>Chronométrer le temps d'exécution.</a:t>
            </a:r>
          </a:p>
        </p:txBody>
      </p:sp>
    </p:spTree>
    <p:extLst>
      <p:ext uri="{BB962C8B-B14F-4D97-AF65-F5344CB8AC3E}">
        <p14:creationId xmlns:p14="http://schemas.microsoft.com/office/powerpoint/2010/main" val="82379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Étape 2 – Somme séquentielle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848" y="2414427"/>
            <a:ext cx="10058400" cy="27945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10216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200" dirty="0"/>
              <a:t>Étape 3 – Définir une </a:t>
            </a:r>
            <a:r>
              <a:rPr lang="fr-FR" sz="3200" dirty="0" err="1"/>
              <a:t>RecursiveTask</a:t>
            </a:r>
            <a:r>
              <a:rPr lang="fr-FR" sz="3200" dirty="0"/>
              <a:t>&lt;Long&gt;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en-US" sz="3200" dirty="0" err="1"/>
              <a:t>Classe</a:t>
            </a:r>
            <a:r>
              <a:rPr lang="en-US" sz="3200" dirty="0"/>
              <a:t> </a:t>
            </a:r>
            <a:r>
              <a:rPr lang="en-US" sz="3200" dirty="0" err="1"/>
              <a:t>SumTask</a:t>
            </a:r>
            <a:r>
              <a:rPr lang="en-US" sz="3200" dirty="0"/>
              <a:t> avec </a:t>
            </a:r>
            <a:r>
              <a:rPr lang="en-US" sz="3200" dirty="0" err="1"/>
              <a:t>seuil</a:t>
            </a:r>
            <a:r>
              <a:rPr lang="en-US" sz="3200" dirty="0"/>
              <a:t> THRESHOLD</a:t>
            </a:r>
            <a:r>
              <a:rPr lang="en-US" sz="3200" dirty="0" smtClean="0"/>
              <a:t>.</a:t>
            </a:r>
          </a:p>
          <a:p>
            <a:pPr algn="just">
              <a:lnSpc>
                <a:spcPct val="200000"/>
              </a:lnSpc>
            </a:pPr>
            <a:r>
              <a:rPr lang="fr-FR" sz="3200" dirty="0"/>
              <a:t>Si petit segment : somme directe</a:t>
            </a:r>
            <a:r>
              <a:rPr lang="fr-FR" sz="3200" dirty="0" smtClean="0"/>
              <a:t>.</a:t>
            </a:r>
          </a:p>
          <a:p>
            <a:pPr algn="just">
              <a:lnSpc>
                <a:spcPct val="200000"/>
              </a:lnSpc>
            </a:pPr>
            <a:r>
              <a:rPr lang="fr-FR" sz="3200" dirty="0"/>
              <a:t>Sinon : diviser en deux sous-tâches.</a:t>
            </a:r>
          </a:p>
        </p:txBody>
      </p:sp>
    </p:spTree>
    <p:extLst>
      <p:ext uri="{BB962C8B-B14F-4D97-AF65-F5344CB8AC3E}">
        <p14:creationId xmlns:p14="http://schemas.microsoft.com/office/powerpoint/2010/main" val="3325181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59700" y="0"/>
            <a:ext cx="10058400" cy="809912"/>
          </a:xfrm>
        </p:spPr>
        <p:txBody>
          <a:bodyPr>
            <a:normAutofit/>
          </a:bodyPr>
          <a:lstStyle/>
          <a:p>
            <a:pPr algn="ctr"/>
            <a:r>
              <a:rPr lang="fr-FR" sz="3600" dirty="0" smtClean="0"/>
              <a:t>Etape 3: Class </a:t>
            </a:r>
            <a:r>
              <a:rPr lang="fr-FR" sz="3600" dirty="0" err="1" smtClean="0"/>
              <a:t>SumTask</a:t>
            </a:r>
            <a:endParaRPr lang="fr-FR" sz="3600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5366" y="955497"/>
            <a:ext cx="9236468" cy="572270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89512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600" dirty="0"/>
              <a:t> Étape 4 – Exécuter avec un </a:t>
            </a:r>
            <a:r>
              <a:rPr lang="fr-FR" sz="3600" dirty="0" err="1"/>
              <a:t>ForkJoinPool</a:t>
            </a:r>
            <a:endParaRPr lang="fr-FR" sz="36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3600" dirty="0"/>
              <a:t>Créer le pool avec new </a:t>
            </a:r>
            <a:r>
              <a:rPr lang="fr-FR" sz="3600" b="1" dirty="0" err="1"/>
              <a:t>ForkJoinPool</a:t>
            </a:r>
            <a:r>
              <a:rPr lang="fr-FR" sz="3600" b="1" dirty="0" smtClean="0"/>
              <a:t>()</a:t>
            </a:r>
            <a:r>
              <a:rPr lang="fr-FR" sz="3600" dirty="0" smtClean="0"/>
              <a:t>.</a:t>
            </a:r>
          </a:p>
          <a:p>
            <a:pPr algn="just">
              <a:lnSpc>
                <a:spcPct val="200000"/>
              </a:lnSpc>
            </a:pPr>
            <a:r>
              <a:rPr lang="fr-FR" sz="3600" dirty="0"/>
              <a:t>Lancer le calcul avec </a:t>
            </a:r>
            <a:r>
              <a:rPr lang="fr-FR" sz="3600" b="1" dirty="0"/>
              <a:t>.</a:t>
            </a:r>
            <a:r>
              <a:rPr lang="fr-FR" sz="3600" b="1" dirty="0" err="1"/>
              <a:t>invoke</a:t>
            </a:r>
            <a:r>
              <a:rPr lang="fr-FR" sz="3600" b="1" dirty="0" smtClean="0"/>
              <a:t>()</a:t>
            </a:r>
            <a:r>
              <a:rPr lang="fr-FR" sz="3600" dirty="0" smtClean="0"/>
              <a:t>.</a:t>
            </a:r>
          </a:p>
          <a:p>
            <a:pPr algn="just">
              <a:lnSpc>
                <a:spcPct val="200000"/>
              </a:lnSpc>
            </a:pPr>
            <a:r>
              <a:rPr lang="fr-FR" sz="3600" dirty="0"/>
              <a:t>Chronométrer le temps d’exécution.</a:t>
            </a:r>
          </a:p>
        </p:txBody>
      </p:sp>
    </p:spTree>
    <p:extLst>
      <p:ext uri="{BB962C8B-B14F-4D97-AF65-F5344CB8AC3E}">
        <p14:creationId xmlns:p14="http://schemas.microsoft.com/office/powerpoint/2010/main" val="1456780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Etape 4: Somme avec </a:t>
            </a:r>
            <a:r>
              <a:rPr lang="fr-FR" dirty="0" err="1"/>
              <a:t>ForkJoin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848" y="2363056"/>
            <a:ext cx="10058400" cy="33699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95982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600" dirty="0"/>
              <a:t>Étape 5 – Comparaison des performances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3200" dirty="0"/>
              <a:t>Afficher le temps séquentiel vs Fork/</a:t>
            </a:r>
            <a:r>
              <a:rPr lang="fr-FR" sz="3200" dirty="0" err="1"/>
              <a:t>Join</a:t>
            </a:r>
            <a:r>
              <a:rPr lang="fr-FR" sz="3200" dirty="0" smtClean="0"/>
              <a:t>.</a:t>
            </a:r>
          </a:p>
          <a:p>
            <a:pPr algn="just">
              <a:lnSpc>
                <a:spcPct val="200000"/>
              </a:lnSpc>
            </a:pPr>
            <a:r>
              <a:rPr lang="fr-FR" sz="3200" dirty="0"/>
              <a:t>Discuter quand Fork/</a:t>
            </a:r>
            <a:r>
              <a:rPr lang="fr-FR" sz="3200" dirty="0" err="1"/>
              <a:t>Join</a:t>
            </a:r>
            <a:r>
              <a:rPr lang="fr-FR" sz="3200" dirty="0"/>
              <a:t> devient plus efficace.</a:t>
            </a:r>
          </a:p>
        </p:txBody>
      </p:sp>
    </p:spTree>
    <p:extLst>
      <p:ext uri="{BB962C8B-B14F-4D97-AF65-F5344CB8AC3E}">
        <p14:creationId xmlns:p14="http://schemas.microsoft.com/office/powerpoint/2010/main" val="7937390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ype de bois">
  <a:themeElements>
    <a:clrScheme name="Wood Type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Wood Type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C6AE0645-98FF-411B-B0E9-59ABD78A0C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Type de bois</Template>
  <TotalTime>61</TotalTime>
  <Words>172</Words>
  <Application>Microsoft Office PowerPoint</Application>
  <PresentationFormat>Grand écran</PresentationFormat>
  <Paragraphs>24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Georgia</vt:lpstr>
      <vt:lpstr>Trebuchet MS</vt:lpstr>
      <vt:lpstr>Wingdings</vt:lpstr>
      <vt:lpstr>Type de bois</vt:lpstr>
      <vt:lpstr>TP : Comprendre le Fork/Join avec un calcul récursif</vt:lpstr>
      <vt:lpstr>Objectif</vt:lpstr>
      <vt:lpstr>Étape 1 – Génération du tableau</vt:lpstr>
      <vt:lpstr>Etape 1 : – Génération du tableau</vt:lpstr>
      <vt:lpstr>Étape 2 – Somme séquentielle</vt:lpstr>
      <vt:lpstr>Étape 2 – Somme séquentielle</vt:lpstr>
      <vt:lpstr>Étape 3 – Définir une RecursiveTask&lt;Long&gt;</vt:lpstr>
      <vt:lpstr>Etape 3: Class SumTask</vt:lpstr>
      <vt:lpstr> Étape 4 – Exécuter avec un ForkJoinPool</vt:lpstr>
      <vt:lpstr>Etape 4: Somme avec ForkJoin</vt:lpstr>
      <vt:lpstr>Étape 5 – Comparaison des performances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 : Comprendre le Fork/Join avec un calcul récursif</dc:title>
  <dc:creator>admin</dc:creator>
  <cp:lastModifiedBy>admin</cp:lastModifiedBy>
  <cp:revision>11</cp:revision>
  <dcterms:created xsi:type="dcterms:W3CDTF">2025-05-01T13:09:09Z</dcterms:created>
  <dcterms:modified xsi:type="dcterms:W3CDTF">2025-05-04T12:04:43Z</dcterms:modified>
</cp:coreProperties>
</file>